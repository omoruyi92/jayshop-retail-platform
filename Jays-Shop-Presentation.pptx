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A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Oswald"/>
              </a:defRPr>
            </a:pPr>
            <a:r>
              <a:t>Jays 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4FA"/>
                </a:solidFill>
                <a:latin typeface="Inter"/>
              </a:defRPr>
            </a:pPr>
            <a:r>
              <a:t>Merchandise Reservation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Inter"/>
              </a:defRPr>
            </a:pPr>
            <a:r>
              <a:t>Toronto Blue Jays Store | Demo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846320"/>
            <a:ext cx="2133295" cy="73152"/>
          </a:xfrm>
          <a:prstGeom prst="rect">
            <a:avLst/>
          </a:prstGeom>
          <a:solidFill>
            <a:srgbClr val="E8291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A8E"/>
                </a:solidFill>
                <a:latin typeface="Oswald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8291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D2D5C"/>
                </a:solidFill>
                <a:latin typeface="Inter"/>
              </a:defRPr>
            </a:pPr>
            <a:r>
              <a:t>Customers visit the store but can't reserve items in advance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D2D5C"/>
                </a:solidFill>
                <a:latin typeface="Inter"/>
              </a:defRPr>
            </a:pPr>
            <a:r>
              <a:t>Popular items sell out before customers arrive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D2D5C"/>
                </a:solidFill>
                <a:latin typeface="Inter"/>
              </a:defRPr>
            </a:pPr>
            <a:r>
              <a:t>No system to track holds, pickups, or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D2D5C"/>
                </a:solidFill>
                <a:latin typeface="Inter"/>
              </a:defRPr>
            </a:pPr>
            <a:r>
              <a:t>Staff manually manage reservations via phone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134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9260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291C"/>
                </a:solidFill>
                <a:latin typeface="Inter"/>
              </a:defRPr>
            </a:pPr>
            <a:r>
              <a:t>Result: Lost sales, frustrated customers, and operational chaos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A8E"/>
                </a:solidFill>
                <a:latin typeface="Oswald"/>
              </a:defRPr>
            </a:pPr>
            <a:r>
              <a:t>The Solution: Jays Shop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8291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D2D5C"/>
                </a:solidFill>
                <a:latin typeface="Inter"/>
              </a:defRPr>
            </a:pPr>
            <a:r>
              <a:t>A mobile-first web app that lets customers browse, reserve, and pick up merchandise with a QR code — no payment, no account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134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34A8E"/>
                </a:solidFill>
                <a:latin typeface="Oswald"/>
              </a:defRPr>
            </a:pPr>
            <a:r>
              <a:t>Browse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Customers browse the catalog, filter by category, and view product details with real-time availability.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7432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134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34A8E"/>
                </a:solidFill>
                <a:latin typeface="Oswald"/>
              </a:defRPr>
            </a:pPr>
            <a:r>
              <a:t>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749039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Place a free 48-hour hold with name and phone. System generates a unique reservation code and QR receipt.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7432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134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0175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34A8E"/>
                </a:solidFill>
                <a:latin typeface="Oswald"/>
              </a:defRPr>
            </a:pPr>
            <a:r>
              <a:t>Pickup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749039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Show QR code in-store. Staff scans and confirms pickup. Inventory updates automatically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A8E"/>
                </a:solidFill>
                <a:latin typeface="Oswald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8291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34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34A8E"/>
                </a:solidFill>
                <a:latin typeface="Oswald"/>
              </a:defRPr>
            </a:pPr>
            <a:r>
              <a:t>Customer-Facing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2D5C"/>
                </a:solidFill>
                <a:latin typeface="Inter"/>
              </a:defRPr>
            </a:pPr>
            <a:r>
              <a:t>• Mobile-first responsive design</a:t>
            </a:r>
            <a:br/>
            <a:r>
              <a:t>• Product catalog with category filters</a:t>
            </a:r>
            <a:br/>
            <a:r>
              <a:t>• One-tap hold with QR code receipt</a:t>
            </a:r>
            <a:br/>
            <a:r>
              <a:t>• Phone-based order lookup (no account)</a:t>
            </a:r>
            <a:br/>
            <a:r>
              <a:t>• PWA-ready (installable on iOS/Android)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34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34A8E"/>
                </a:solidFill>
                <a:latin typeface="Oswald"/>
              </a:defRPr>
            </a:pPr>
            <a:r>
              <a:t>Admin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2D5C"/>
                </a:solidFill>
                <a:latin typeface="Inter"/>
              </a:defRPr>
            </a:pPr>
            <a:r>
              <a:t>• Live hold feed with status tracking</a:t>
            </a:r>
            <a:br/>
            <a:r>
              <a:t>• Full/partial pickup with inventory sync</a:t>
            </a:r>
            <a:br/>
            <a:r>
              <a:t>• Hold history + sales history (CSV export)</a:t>
            </a:r>
            <a:br/>
            <a:r>
              <a:t>• Product management (CRUD + archive)</a:t>
            </a:r>
            <a:br/>
            <a:r>
              <a:t>• Reports with metrics and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34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34A8E"/>
                </a:solidFill>
                <a:latin typeface="Oswald"/>
              </a:defRPr>
            </a:pPr>
            <a:r>
              <a:t>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2D5C"/>
                </a:solidFill>
                <a:latin typeface="Inter"/>
              </a:defRPr>
            </a:pPr>
            <a:r>
              <a:t>• 48-hour auto-expiry cron job</a:t>
            </a:r>
            <a:br/>
            <a:r>
              <a:t>• Slack notifications for new holds</a:t>
            </a:r>
            <a:br/>
            <a:r>
              <a:t>• Birdie AI chatbot for customer support</a:t>
            </a:r>
            <a:br/>
            <a:r>
              <a:t>• Atomic transactions (no double-booking)</a:t>
            </a:r>
            <a:br/>
            <a:r>
              <a:t>• Audit log for every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34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97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34A8E"/>
                </a:solidFill>
                <a:latin typeface="Oswald"/>
              </a:defRPr>
            </a:pPr>
            <a:r>
              <a:t>Tech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2D5C"/>
                </a:solidFill>
                <a:latin typeface="Inter"/>
              </a:defRPr>
            </a:pPr>
            <a:r>
              <a:t>• Next.js 14 + TypeScript + Tailwind</a:t>
            </a:r>
            <a:br/>
            <a:r>
              <a:t>• Prisma ORM + SQLite (dev) / PostgreSQL (prod)</a:t>
            </a:r>
            <a:br/>
            <a:r>
              <a:t>• NextAuth authentication</a:t>
            </a:r>
            <a:br/>
            <a:r>
              <a:t>• QR codes via qrcode.react</a:t>
            </a:r>
            <a:br/>
            <a:r>
              <a:t>• Deployed on Vercel + Supabase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A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Oswald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828800" cy="54864"/>
          </a:xfrm>
          <a:prstGeom prst="rect">
            <a:avLst/>
          </a:prstGeom>
          <a:solidFill>
            <a:srgbClr val="E8291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4FA"/>
                </a:solidFill>
                <a:latin typeface="Oswald"/>
              </a:defRPr>
            </a:pPr>
            <a:r>
              <a:t>Step 1: Browse &amp; 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4FA"/>
                </a:solidFill>
                <a:latin typeface="Inter"/>
              </a:defRPr>
            </a:pPr>
            <a:r>
              <a:t>Customer visits /shop, selects a product, and places a free 48-hour hold. System generates a QR code receipt.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4FA"/>
                </a:solidFill>
                <a:latin typeface="Oswald"/>
              </a:defRPr>
            </a:pPr>
            <a:r>
              <a:t>Step 2: Admin Pickup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4FA"/>
                </a:solidFill>
                <a:latin typeface="Inter"/>
              </a:defRPr>
            </a:pPr>
            <a:r>
              <a:t>Staff logs into /admin, views active holds, and confirms pickup (full or partial). Inventory updates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4FA"/>
                </a:solidFill>
                <a:latin typeface="Oswald"/>
              </a:defRPr>
            </a:pPr>
            <a:r>
              <a:t>Step 3: History &amp;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4FA"/>
                </a:solidFill>
                <a:latin typeface="Inter"/>
              </a:defRPr>
            </a:pPr>
            <a:r>
              <a:t>All transactions are logged in Hold History and Sales History. Staff can export CSV reports for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A8E"/>
                </a:solidFill>
                <a:latin typeface="Oswald"/>
              </a:defRPr>
            </a:pPr>
            <a:r>
              <a:t>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8291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34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34A8E"/>
                </a:solidFill>
                <a:latin typeface="Oswald"/>
              </a:defRPr>
            </a:pPr>
            <a:r>
              <a:t>Reduce Lost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Customers can reserve items before visiting, ensuring they don't miss out on popular merchandise.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34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34A8E"/>
                </a:solidFill>
                <a:latin typeface="Oswald"/>
              </a:defRPr>
            </a:pPr>
            <a:r>
              <a:t>Improve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Staff have a centralized dashboard to manage holds, track pickups, and monitor inventory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34A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34A8E"/>
                </a:solidFill>
                <a:latin typeface="Oswald"/>
              </a:defRPr>
            </a:pPr>
            <a:r>
              <a:t>Data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Sales history, hold analytics, and CSV exports give management visibility into customer behavior and 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A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Oswald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0F4FA"/>
                </a:solidFill>
                <a:latin typeface="Inter"/>
              </a:defRPr>
            </a:pPr>
            <a:r>
              <a:t>Jays Shop — Merchandise Reservation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Inter"/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754880"/>
            <a:ext cx="2133295" cy="73152"/>
          </a:xfrm>
          <a:prstGeom prst="rect">
            <a:avLst/>
          </a:prstGeom>
          <a:solidFill>
            <a:srgbClr val="E8291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